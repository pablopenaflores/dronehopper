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77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52B1B-6AFE-152E-E450-74F8D5E90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6ECD4C-018A-712E-8EC1-4178343EAA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E15D1-3A66-633E-12B2-FD8CEA15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CBB2E-7B02-48C6-8DA8-B0E5B1057129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C66E7-5B9E-0427-1CAA-4EFD81175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12F3B-A5D2-A93E-3BD3-5217E489E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6807-B0D4-493D-9A5E-4F967D46C82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3205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1D818-1BF9-45FE-CAAF-9B4303084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CB463-4C71-8F93-469B-32D01F677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D5FD2-6299-C933-BC83-2857AC35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CBB2E-7B02-48C6-8DA8-B0E5B1057129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FD42B-DFE5-8DA5-4EE7-5DB80113B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8A950-8294-2D8F-159C-4B817B4E9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6807-B0D4-493D-9A5E-4F967D46C82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2366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76373-F3EA-E8CC-D954-8CA2572A4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21218-7CB6-98EF-3502-80E81964C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7F8E5-F67B-B113-525A-0319E8339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CBB2E-7B02-48C6-8DA8-B0E5B1057129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172BF-081A-E9B3-1CC9-225E629EB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DCAE7-ABFB-EB0E-9955-06C8B5E64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6807-B0D4-493D-9A5E-4F967D46C82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7755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68A7E-274E-2A10-8173-FCC00F03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08363-9A6C-FB39-103F-3BE42EC39F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727C6A-20F2-48C5-0EF8-37FB9DC23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FD99EC-14F0-0F60-A9F6-EF1EBDB23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CBB2E-7B02-48C6-8DA8-B0E5B1057129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295B9-D0AB-6F02-B693-CD447EDF3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2D9FC-62E5-0D29-3524-571747925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6807-B0D4-493D-9A5E-4F967D46C82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688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FAE4D-0DCB-0C5F-BFAB-805DF83B3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AA5292-76AB-995C-9D22-6772D9BE6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1EE39-058D-5367-5DA0-3542BE80F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8A7A19-571F-C73A-0C0F-1B4288ADAA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744555-9D8E-A49F-A776-74CD696EF9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4FF8C3-4F7D-0B7E-8FED-18B1480DE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CBB2E-7B02-48C6-8DA8-B0E5B1057129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9B7505-80E6-686F-DF77-5B96A0A8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5F565D-4D04-29D8-F8CD-62CFA7B60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6807-B0D4-493D-9A5E-4F967D46C82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8567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93604-AFB2-B516-9402-E93CDC602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2B2C99-F2B5-4D7A-3E16-6E97615EA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CBB2E-7B02-48C6-8DA8-B0E5B1057129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8D1AEF-2869-96B7-FF3E-633E48AB8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720D49-81B2-2176-452F-3C99F805D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6807-B0D4-493D-9A5E-4F967D46C82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0125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2A2843-EB45-D3B6-4EAA-CA87620B8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CBB2E-7B02-48C6-8DA8-B0E5B1057129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4B2A19-BD13-2662-41C7-09638834E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CD4D5-AB17-EECE-F2AA-4C0055214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6807-B0D4-493D-9A5E-4F967D46C82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0749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62FF4-2F4B-C4B3-2270-3643E7DB7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F4CA7-4826-C524-AD8F-7D689E4E4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60BA8-F2AD-F5F5-86ED-083DB0CD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D7F38-F4B4-2A31-EFF3-39852ADBA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CBB2E-7B02-48C6-8DA8-B0E5B1057129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E353C6-6877-B6CF-45D4-202A8BBB2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5FF01-4308-8B63-F827-DCD73105E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6807-B0D4-493D-9A5E-4F967D46C82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0945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71FA7-A8B4-0C0E-BEA6-97DC6C46F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3E142E-452B-F88A-9F94-2322247DD5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CDB71B-2188-6F0B-3692-C932F6BCF9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06689-3F55-2CDC-B596-21A2A50C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CBB2E-7B02-48C6-8DA8-B0E5B1057129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0A647-2319-9E62-0646-A64569A2B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BC662-2551-66B8-C1CF-7D243AA43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6807-B0D4-493D-9A5E-4F967D46C82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9679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22373-40BE-D34D-EDF3-A7ACB68A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2B3E3D-FDE6-98B2-465F-DB94BF713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3D083-9B6E-F68F-6247-D7DD0377E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CBB2E-7B02-48C6-8DA8-B0E5B1057129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BBE86-F011-E3D9-0C1B-B13689DA8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A559B-4086-C762-B260-17A016C91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6807-B0D4-493D-9A5E-4F967D46C82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21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45EEEE-E1D9-7C8B-76DD-2281A5761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6160E-7C7E-6E0E-8612-B2A0223AFE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8EF1C-C28E-A70F-3A1A-00B086BC7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CBB2E-7B02-48C6-8DA8-B0E5B1057129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96A18-C30D-9558-91D1-A7D4EB0BD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ECA47-DF2A-0BE7-2EA0-DB388C67B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6807-B0D4-493D-9A5E-4F967D46C82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8462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390BB0-5585-E24E-F0D1-1F939AA3A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C504B-7EDD-B391-BF94-77CDAB008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ACCCC-99A5-FDD6-D3F7-E974BAE59F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ACBB2E-7B02-48C6-8DA8-B0E5B1057129}" type="datetimeFigureOut">
              <a:rPr lang="es-ES" smtClean="0"/>
              <a:t>18/02/2026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2EE37-7631-DEC7-1CAA-000E1CD0F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AA87D-FFBE-43C4-D5F1-BDE3205F7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596807-B0D4-493D-9A5E-4F967D46C82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7778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nanciado por la Unión Europea | Aretha">
            <a:extLst>
              <a:ext uri="{FF2B5EF4-FFF2-40B4-BE49-F238E27FC236}">
                <a16:creationId xmlns:a16="http://schemas.microsoft.com/office/drawing/2014/main" id="{FE067EF3-B3A1-0C9B-402C-96434B62A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5544" y="729977"/>
            <a:ext cx="7310428" cy="239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yellow sign with blue text&#10;&#10;AI-generated content may be incorrect.">
            <a:extLst>
              <a:ext uri="{FF2B5EF4-FFF2-40B4-BE49-F238E27FC236}">
                <a16:creationId xmlns:a16="http://schemas.microsoft.com/office/drawing/2014/main" id="{03C071B8-B5BC-EF20-4F2D-8DB7383862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80"/>
          <a:stretch>
            <a:fillRect/>
          </a:stretch>
        </p:blipFill>
        <p:spPr>
          <a:xfrm>
            <a:off x="2492452" y="2436634"/>
            <a:ext cx="7310428" cy="22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81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 Isaac Khoueini, Mohammad Sadeq</dc:creator>
  <cp:lastModifiedBy>Ale Isaac Khoueini, Mohammad Sadeq</cp:lastModifiedBy>
  <cp:revision>1</cp:revision>
  <dcterms:created xsi:type="dcterms:W3CDTF">2026-02-18T14:11:10Z</dcterms:created>
  <dcterms:modified xsi:type="dcterms:W3CDTF">2026-02-18T14:19:14Z</dcterms:modified>
</cp:coreProperties>
</file>